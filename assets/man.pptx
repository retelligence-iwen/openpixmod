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61E"/>
    <a:srgbClr val="131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931B7-4062-E227-E2CE-2C4265F2F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23E96E-D72E-8DB2-FB43-3A4E87646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E25D59-0AF7-D602-147B-01FFA509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B84E51-2899-F381-FE1B-106D8001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C01FBF-E73E-27F5-6B04-CD34C601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10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6413C-E368-16A7-F4A0-AEF25CFB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1E52C-2F40-6707-00C0-64BA543CF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4DC74-BB3C-23FD-E74C-FD84DDE99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2DB6A1-08E2-B50B-905E-AFEAFC79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2DBC1-898F-5526-EF0F-CB551A6C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36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4129F-BC9C-BC35-FEAC-22F90B8E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A43036-246D-66B3-036E-E7C2D650B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864B9-9D09-9C16-5DAC-90450051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6E649C-EB18-EAEB-CECD-7DA688C7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CFBB2-BF10-8F55-5ABC-B30396DA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84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94D12-12DA-6DB9-AB01-B7CCB964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3012A-74F9-7C37-6E52-64681D9FD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FE92F0-55BD-AF39-A66F-D9ABF49C5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BC4C12-BD8B-CF08-52DD-04BD05A4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B22E0F-7BB1-420A-42C4-FEE8D505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B12891-FD1F-AFA7-8258-54119CC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03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32375-22AF-CA25-FD1C-4E76E09F1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BB123-9CE8-FFB0-E4B2-814156EAF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676D4A-CB59-0538-46DC-04065822D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E99110-9090-FE91-19E0-10440B613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14FE1C-3953-752B-0382-12FDBB09C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72ABD6-3F3E-93C3-57F6-756E4E03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D3EBCA-D228-5042-88CD-1FD05AC7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AB75CD-1136-B4CC-CD55-40C79FD4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03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4E389-7675-4CAD-FC84-419B8F92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D85808-D499-A455-AFA0-0B9280D3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4F29DC-944A-B220-CDDC-0ABE08D6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CA8184-02BF-EDA0-AEA0-D6A60C85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52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FF4846-4F1F-A832-4DEC-E0CC1785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51C66A-8915-FDF7-2FF4-0B1BB03E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59893-5CE4-6A1A-86A9-7C0AA78E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19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D9FE7-BD96-7CD2-6202-3DD2B30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CFF547-3ED9-A67B-791E-570AFAE11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F6CF67-7DD5-67E4-6F33-8EF7C9A20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3C0063-6A64-BD7F-06A4-98C13C65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A7CE24-75CD-D12F-32F4-CD2660537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379CC-E087-F89A-A13D-447BBE3E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92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44C74-ADD5-A84F-76EC-78B21FFCE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42461C-6400-D418-287E-676EE8598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E05B6C-9DDF-70AA-1DDA-CA82B3FC6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2BFE0F-4D03-7CCA-1B04-907A78B0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0C5AE-C823-0578-C0DF-39D08EA56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467D83-E221-4E08-46AA-6AD047D9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53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6C219-EE5F-BAB5-13FC-7F9D6417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A620ED-F3E8-5BAF-B590-A34B9AF31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63F0FF-1908-80AE-CC27-5C7BF9D4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B92097-7269-15D2-48D9-1898E508A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EC56A-A8C2-92B7-2B9E-AA5BE686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94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95E2D4-8A3E-92EA-D885-62A1A0401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130A65-30AB-CA27-E234-FB7B7F8BE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8B76AC-1C28-FE67-A5B6-9E9B3226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D427B-913C-26D7-3638-7BA594B7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90616D-58AD-2D36-930E-6078FC94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76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DA9946-7806-A7C3-47A6-B129BDD8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31EF29-9DCF-5ADF-7843-95CB826EB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AABEF5-7ED2-75BF-970D-17734ABE7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7AC69-6528-4A92-BC36-DA8ADC02AAC2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3CCA7-91C5-5CAD-7352-C59BB2302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1BA25C-D870-C33E-17E0-CFB8B070C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D0F47-00D3-4ECD-9833-575F24C87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7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9CBBC0-60A0-F265-5F5C-96C375F98BF0}"/>
              </a:ext>
            </a:extLst>
          </p:cNvPr>
          <p:cNvSpPr/>
          <p:nvPr/>
        </p:nvSpPr>
        <p:spPr>
          <a:xfrm>
            <a:off x="2496000" y="1464657"/>
            <a:ext cx="7200000" cy="3600000"/>
          </a:xfrm>
          <a:prstGeom prst="rect">
            <a:avLst/>
          </a:prstGeom>
          <a:solidFill>
            <a:srgbClr val="1316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574C8F-A761-9ABB-588C-FBE0C1975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4657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4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BC1B-BDA5-DECD-8C6D-44B2717A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7370F5-A1C0-95DD-E67F-723A0A6B43D4}"/>
              </a:ext>
            </a:extLst>
          </p:cNvPr>
          <p:cNvSpPr/>
          <p:nvPr/>
        </p:nvSpPr>
        <p:spPr>
          <a:xfrm>
            <a:off x="2496000" y="1464658"/>
            <a:ext cx="7200000" cy="3600000"/>
          </a:xfrm>
          <a:prstGeom prst="rect">
            <a:avLst/>
          </a:prstGeom>
          <a:solidFill>
            <a:srgbClr val="13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DF89F7-2B7A-E7F3-05CD-3AC5D9822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33"/>
          <a:stretch>
            <a:fillRect/>
          </a:stretch>
        </p:blipFill>
        <p:spPr>
          <a:xfrm>
            <a:off x="4296000" y="1464658"/>
            <a:ext cx="3600000" cy="31200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EA98A17-ADC6-C049-FB96-5816AD1CD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14" r="43297" b="1867"/>
          <a:stretch>
            <a:fillRect/>
          </a:stretch>
        </p:blipFill>
        <p:spPr>
          <a:xfrm>
            <a:off x="5225216" y="4628624"/>
            <a:ext cx="2041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3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E5D93-5FF0-C133-E438-348FE1C3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F98FD56-F110-D415-449E-FF45B376EFF0}"/>
              </a:ext>
            </a:extLst>
          </p:cNvPr>
          <p:cNvSpPr/>
          <p:nvPr/>
        </p:nvSpPr>
        <p:spPr>
          <a:xfrm>
            <a:off x="2496000" y="1464658"/>
            <a:ext cx="7200000" cy="3600000"/>
          </a:xfrm>
          <a:prstGeom prst="rect">
            <a:avLst/>
          </a:prstGeom>
          <a:solidFill>
            <a:srgbClr val="13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A4440A-9609-E94C-2E7C-13CD8F440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83"/>
          <a:stretch>
            <a:fillRect/>
          </a:stretch>
        </p:blipFill>
        <p:spPr>
          <a:xfrm>
            <a:off x="4296000" y="1464658"/>
            <a:ext cx="3600000" cy="24342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72D644-5982-E701-6D80-93D83F546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14" r="43297" b="1867"/>
          <a:stretch>
            <a:fillRect/>
          </a:stretch>
        </p:blipFill>
        <p:spPr>
          <a:xfrm>
            <a:off x="5225216" y="4628624"/>
            <a:ext cx="2041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3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A7827-FCD3-F008-F8E7-B7AE7871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5882BE-C1D6-653D-3387-08668A78AF47}"/>
              </a:ext>
            </a:extLst>
          </p:cNvPr>
          <p:cNvSpPr/>
          <p:nvPr/>
        </p:nvSpPr>
        <p:spPr>
          <a:xfrm>
            <a:off x="2496000" y="1464658"/>
            <a:ext cx="7200000" cy="3600000"/>
          </a:xfrm>
          <a:prstGeom prst="rect">
            <a:avLst/>
          </a:prstGeom>
          <a:solidFill>
            <a:srgbClr val="13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63876C-23A5-B33F-0CE8-4E8C7C3D3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7" b="32383"/>
          <a:stretch>
            <a:fillRect/>
          </a:stretch>
        </p:blipFill>
        <p:spPr>
          <a:xfrm>
            <a:off x="2965694" y="1527332"/>
            <a:ext cx="3174938" cy="24342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CC48DD-06F9-CD0D-53EB-5640F5AD1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14" r="43297" b="1867"/>
          <a:stretch>
            <a:fillRect/>
          </a:stretch>
        </p:blipFill>
        <p:spPr>
          <a:xfrm>
            <a:off x="3452289" y="4024248"/>
            <a:ext cx="2041300" cy="3175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1AAB0999-13F2-DA8D-EBD6-F4926A682AFC}"/>
              </a:ext>
            </a:extLst>
          </p:cNvPr>
          <p:cNvGrpSpPr/>
          <p:nvPr/>
        </p:nvGrpSpPr>
        <p:grpSpPr>
          <a:xfrm>
            <a:off x="5758362" y="2710634"/>
            <a:ext cx="3467944" cy="1108048"/>
            <a:chOff x="5734049" y="2846053"/>
            <a:chExt cx="1990727" cy="63606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D28E67B-4CB6-3F2C-6383-EA54A3B15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95" t="67882" r="22508" b="21976"/>
            <a:stretch>
              <a:fillRect/>
            </a:stretch>
          </p:blipFill>
          <p:spPr>
            <a:xfrm>
              <a:off x="5734050" y="2846053"/>
              <a:ext cx="1990726" cy="365126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110836B-FE99-D624-B154-2192AC47E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57" t="77848" r="16545" b="16773"/>
            <a:stretch>
              <a:fillRect/>
            </a:stretch>
          </p:blipFill>
          <p:spPr>
            <a:xfrm>
              <a:off x="5734049" y="3288438"/>
              <a:ext cx="1990726" cy="193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464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F1FFE-8DE0-978C-355E-3DD16401F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E806A94-C571-A85F-ECA3-798E69255961}"/>
              </a:ext>
            </a:extLst>
          </p:cNvPr>
          <p:cNvSpPr/>
          <p:nvPr/>
        </p:nvSpPr>
        <p:spPr>
          <a:xfrm>
            <a:off x="2496000" y="1464658"/>
            <a:ext cx="7200000" cy="3600000"/>
          </a:xfrm>
          <a:prstGeom prst="rect">
            <a:avLst/>
          </a:prstGeom>
          <a:solidFill>
            <a:srgbClr val="13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FF22F8-4EFC-DC5B-020B-4BD1C29A4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882" b="21976"/>
          <a:stretch>
            <a:fillRect/>
          </a:stretch>
        </p:blipFill>
        <p:spPr>
          <a:xfrm>
            <a:off x="4296000" y="3908425"/>
            <a:ext cx="3600000" cy="3651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B0FBE4-C971-7984-CA16-A88D06D80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14" r="43297" b="1867"/>
          <a:stretch>
            <a:fillRect/>
          </a:stretch>
        </p:blipFill>
        <p:spPr>
          <a:xfrm>
            <a:off x="5225216" y="4628624"/>
            <a:ext cx="2041300" cy="3175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1571A7C-9A7D-76D6-2DBE-08B75DDB9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48" b="16773"/>
          <a:stretch>
            <a:fillRect/>
          </a:stretch>
        </p:blipFill>
        <p:spPr>
          <a:xfrm>
            <a:off x="4296000" y="2997200"/>
            <a:ext cx="3600000" cy="19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5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이삭 김</dc:creator>
  <cp:lastModifiedBy>이삭 김</cp:lastModifiedBy>
  <cp:revision>3</cp:revision>
  <dcterms:created xsi:type="dcterms:W3CDTF">2026-02-13T00:49:07Z</dcterms:created>
  <dcterms:modified xsi:type="dcterms:W3CDTF">2026-02-13T01:03:26Z</dcterms:modified>
</cp:coreProperties>
</file>